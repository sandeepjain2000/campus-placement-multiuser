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System for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Placements &amp; Industry Engagement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multi-tenant SaaS platform connecting colleges, students, and employers through a single workflow.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product overview  ·  Roles · Modules · Features  ·  Sandbox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background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years across staffing, campus engagement, and talent development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&amp; experience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years across enterprise and startup environments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Recruitment, workforce planning, and talent acquisition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mentored high-performing delivery teams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teams with governance and operational efficiency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&amp; talent focus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hiring and internship engagement programs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Industry–academia collaboration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development and leadership coaching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leadership + product delivery expertise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linkedin.com/in/jain35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overview covers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070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170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PlacementHub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38988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Fragmentation, gaps in existing tools, and the platform thesis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18653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1828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access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04825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College Admin, Employer, Super Admin, Alumni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52374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487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modules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270662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Drives, jobs, internships, projects, hackathons, alumni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7238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1821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145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deep-dives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36499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Recruitment, rules, communication, engagement, ops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3803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workflow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4023360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placement lifecycle and governance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management is still fragmented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tools create operational drag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8840" y="105156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097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105156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097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32120" y="105156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5532120" y="1097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drives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105156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1097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portals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69164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miss updates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020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 and communications get lost across channels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Employers repeat effort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2798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coordination work with every campus, every season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administration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3575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offices burn time on repetitive tasks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69164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hard to enforce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2020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applied inconsistently across processes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468880"/>
            <a:ext cx="4023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reliable reporting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2798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lacks audit trails and season insights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existing approaches fall short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tools. Multiple processes. Multiple sources of truth.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approach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&amp; Excel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tracking — error-prone, no automation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 groups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Scattered info — no search, no audit trail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job portals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built for campus placement controls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ERP placement modules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Often weak employer engagement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 systems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 entry and inconsistent records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096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placement offices, employers, and students spend more time coordinating than executing.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— PlacementHub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for the complete placement lifecycle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057400" cy="4572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opportunities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online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status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 &amp; offers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097280"/>
            <a:ext cx="205740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Office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1783080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rules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drives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audit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20574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783080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tie-ups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roles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selection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offers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109728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0" y="1097280"/>
            <a:ext cx="2057400" cy="45720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1783080"/>
            <a:ext cx="1783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tenants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queue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settings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monitoring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PlacementHub different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specifically for campus hiring — not a generic job board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college architecture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Employer–campus partnership workflow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rules engine (CGPA, offers, FCFS)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Per-campus visibility controls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Clarifications &amp; moderated discussions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logs, email logs, reporting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placements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Internships &amp; short projects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Hackathons &amp; alumni jobs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CSV + online updates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scheduling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Sponsorships &amp; startup funding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faculty &amp; mentorship requests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uses PlacementHub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roles. One ecosystem. Role-based navigation.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they join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after login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College provisions master list (no self-signup)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dashboard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Alumni student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Flagged on student account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Alumni jobs browse / apply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College admin (TPO)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 or super-admin onboard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College dashboard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 (may need platform approval)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dashboard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 admin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Provisioned by platform ops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dashboard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across roles where enabled: alerts, data export, feedback, and in-app help.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college is a tenant — data isolation with cross-campus employers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109728" cy="7315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2070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tenant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4813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belong to one college. Academic years and season labels scope batches and reporting.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20240"/>
            <a:ext cx="109728" cy="7315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299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(cross-tenant)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3042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company account can request partnerships with many colleges.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43200"/>
            <a:ext cx="109728" cy="7315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8529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gate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1272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employer_approvals: pending → approved → rejected. Until approved, campus actions are blocked.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66160"/>
            <a:ext cx="109728" cy="73152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6758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rows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9502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Jobs/internships/projects need per-campus college_status before students see them.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modules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First-class pipelines — browse, apply, and track per type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publishes / gate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Placement drives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On-campus / virtual hiring events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requests · College approves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Full-time, part-time, PPO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publishes · College visibility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Internships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Summer / semester programs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· College visibility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projects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 / exposure 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· College visibility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Hackathons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Competitions (optional PPO)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· College visibility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Alumni jobs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Lateral roles for graduates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 → alumni students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beyond hiring pipelines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tenant model — lighter workflows, no offer lock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requests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373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posts need → college approves → partnered employers volunteer. Not a select/offer pipeline.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faculty &amp; lectures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0712" y="17373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lists campus guest needs; employers confirm interest by email.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91072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91072" y="17373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Employers offer sponsorships; colleges coordinate campus programs.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seed funding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Employers apply / track; colleges review campus startups.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7432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10712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&amp; calendars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10712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events + employer calendars to avoid clashes and plan visits.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7432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91072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Discussions &amp; clarifications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91072" y="3337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Q&amp;A batches and moderated threads for season communication.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module —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profile to offer response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057400" cy="32461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057400" cy="43891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&amp; docs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73736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profile &amp; skills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/ labelled CVs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proofs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completion guidance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2057400" cy="32461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097280"/>
            <a:ext cx="2057400" cy="43891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apply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4328" y="173736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drives &amp; programs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calendar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checks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before deadlines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097280"/>
            <a:ext cx="2057400" cy="32461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97280"/>
            <a:ext cx="2057400" cy="43891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173736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Applications (by type)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Interviews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Offers accept/decline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Withdrawals where allowed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097280"/>
            <a:ext cx="2057400" cy="32461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097280"/>
            <a:ext cx="2057400" cy="43891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1704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&amp; privacy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13448" y="173736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requests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Clarifications &amp; alerts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data export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journey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Provisioned → placed — with built-in eligibility controls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298448"/>
            <a:ext cx="411480" cy="4114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533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provisioned by college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18872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1298448"/>
            <a:ext cx="411480" cy="4114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3533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76272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&amp; resume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118872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1298448"/>
            <a:ext cx="411480" cy="4114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3533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13632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approved opportunities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18872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298448"/>
            <a:ext cx="411480" cy="4114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3533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50992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validated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0" y="118872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1298448"/>
            <a:ext cx="411480" cy="4114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0" y="135331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88352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4231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2532888"/>
            <a:ext cx="411480" cy="4114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25877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8912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24231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51760" y="2532888"/>
            <a:ext cx="411480" cy="4114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2" name="Text 30"/>
          <p:cNvSpPr/>
          <p:nvPr/>
        </p:nvSpPr>
        <p:spPr>
          <a:xfrm>
            <a:off x="2651760" y="25877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176272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0" y="24231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2532888"/>
            <a:ext cx="411480" cy="4114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0" y="25877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13632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77840" y="242316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2532888"/>
            <a:ext cx="411480" cy="4114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258775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650992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tracked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Controls: CGPA · backlogs · batch year · deadlines · institute placement policies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module —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Partner, publish, select, offer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5544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seed funding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guest needs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0712" y="15544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campus tie-ups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pending / approved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directory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Multi-campus ops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91072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91072" y="15544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Drives, jobs, internships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&amp; hackathons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jobs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target campuses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2004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CSV upload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update online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results dashboard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7432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10712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 &amp; schedule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10712" y="32004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 (+ CSV)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scheduling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 unavailable list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calendar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7432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91072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91072" y="32004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templates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volunteers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admin (TPO) —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the season from partnership to report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5544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list &amp; verify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student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key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Archived students view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0712" y="15544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employer requests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directory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visibility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/ pending queue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91072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91072" y="155448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drives 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Internships &amp; results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 monitor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&amp; eval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2004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rules config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 settings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assessment (RO)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scheduling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7432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10712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10712" y="32004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faculty &amp; lectures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funding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&amp; events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74320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91072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91072" y="3200400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Clarifications publish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audit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moderation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— platform operations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the whole PlacementHub instance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743200" cy="10972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Colleges, employers, users, placement listings, archived students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743200" cy="10972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registrations — college &amp; employer approval queue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743200" cy="10972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inbox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inbox, platform error logs, email logs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743200"/>
            <a:ext cx="2743200" cy="10972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reports across tenants; operational visibility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7432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2743200"/>
            <a:ext cx="2743200" cy="10972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2900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SMTP, branding URLs, marketing site, feature globals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743200"/>
            <a:ext cx="2743200" cy="10972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support tooling and tenant health monitoring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&amp; employer day-to-day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partnership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placement office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employer partnerships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student eligibility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placement policies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 drive / listing visibility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hiring progress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reports &amp; audits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73736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campus partnerships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opportunities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assessments (CSV / online)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interviews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offers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via clarifications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1148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employer interacts with a campus until that institution approves the partnership.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placement season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workflow. Complete visibility.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256032" cy="25603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3504" y="1353312"/>
            <a:ext cx="54864" cy="128016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onboards college &amp; employer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481328"/>
            <a:ext cx="256032" cy="25603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49961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" y="1737360"/>
            <a:ext cx="54864" cy="128016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1435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approves partnership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865376"/>
            <a:ext cx="256032" cy="25603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88366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" y="2121408"/>
            <a:ext cx="54864" cy="128016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18196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publishes opportunity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2249424"/>
            <a:ext cx="256032" cy="25603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2677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" y="2505456"/>
            <a:ext cx="54864" cy="128016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22037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approves visibility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2633472"/>
            <a:ext cx="256032" cy="25603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65176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" y="2889504"/>
            <a:ext cx="54864" cy="128016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2587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apply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3017520"/>
            <a:ext cx="256032" cy="25603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03580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" y="3273552"/>
            <a:ext cx="54864" cy="128016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 &amp; interviews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3401568"/>
            <a:ext cx="256032" cy="25603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41985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" y="3657600"/>
            <a:ext cx="54864" cy="128016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3355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 issued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" y="3785616"/>
            <a:ext cx="256032" cy="256032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380390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" y="37398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rules enforced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760720" y="118872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flexibility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0" y="196596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result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export / import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review &amp; fix rows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locks edits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read-only mirror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&amp; selection subsystem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Assessments, interviews, offers, FCFS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325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CSV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campus students → fill hiring_result offline → upload → validate → commit → submit (locks).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1325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Online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0712" y="16916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 model with inline edits — Shortlist, Reject, Select, Decline, Withdraw.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91072" y="1325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91072" y="16916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and college coordinate schedules; students see My Interviews.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291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entry or CSV from Offers page; students accept/decline under college rules.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7432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10712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 lock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10712" y="3291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enabled, first employer to confirm a student on a track blocks others for that campus track.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74320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91072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Unavailable list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91072" y="32918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Employers see students already claimed under FCFS for the selected track.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rules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per college tenant — enforced at apply and offer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limits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188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simultaneous / cumulative offers per student policy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19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gates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1719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CGPA and backlog restrictions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15798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2494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249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windows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2249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season start/end and academic year scoping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8833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7797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2779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FCFS enablement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27797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First-come confirmation locking per hiring track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1868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3101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eligibility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3310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year and other drive-level criteria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8404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gates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only see approved, published listings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&amp; support modules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season aligned without WhatsApp sprawl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notifications for applications, approvals, and reminders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email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Welcome, selection, resets — logged for super admin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Clarifications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batched Q&amp;A published by the college for employers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Moderated threads where enabled for campus–employer dialogue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27432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email / message templates for college and employer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274320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&amp; feedback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help widget + feedback routed to admin inbox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 hiring module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roles for graduated students — separate from campus drives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109728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2801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posts alumni jobs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5544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alumni listing flow and assessment online updates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65960"/>
            <a:ext cx="109728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574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Alumni-flagged students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Alumni Jobs instead of campus placement drives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43200"/>
            <a:ext cx="109728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83464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application tabs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10896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and interview flows scoped for alumni where configured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20440"/>
            <a:ext cx="109728" cy="65836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6118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partnership model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8862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partnership still governs which institutes see employer activity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 across roles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737360"/>
                <a:gridCol w="1463040"/>
                <a:gridCol w="1463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 Admin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 / apply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 drives &amp; listings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 results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CSV / online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read-only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Interview scheduling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 / decline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+ 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Placement rules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 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Partnership approval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/ tenant admin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/ email logs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 export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 export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Mentorship requests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volunteer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strengths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real campus operations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057400" cy="3017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0574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80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6596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approvals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controls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permissions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2057400" cy="3017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188720"/>
            <a:ext cx="20574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80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196596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logs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history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2057400" cy="3017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20574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80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96596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analytics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/ employer reports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exports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1188720"/>
            <a:ext cx="2057400" cy="3017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49440" y="1188720"/>
            <a:ext cx="205740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280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1965960"/>
            <a:ext cx="1783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Mobile-friendly student 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&amp; light themes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help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&amp; security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access is provisioned and protected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onboarding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280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master list → issued credentials (not public student signup)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/ college signup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/register with captcha; may require super-admin approval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60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560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dashboards; middleware protects routes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3200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ID on student data; employer campus scope on APIs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40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/ QA surfaces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840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Password-gated developer &amp; data-entry tools; screen IDs for guided QA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 — June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Pilot-ready sandbox environment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architecture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/ employer / college workflows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management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&amp; offer pipelines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modules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foundation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deployment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focus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testing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institution onboarding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incorporation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readiness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PLACEMENTHUB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System for Campus Placements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Industry Engagement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next steps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deployment with one institution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2–3 employer partners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data migration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office training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rollout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vision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25603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the central platform through which institutions, students, alumni, and employers collaborate throughout the academic and hiring lifecycle.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Environment  ·  June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PlacementHub — The Operating System for Campus Placements</dc:title>
  <dc:subject>Product overview: roles, modules, and features</dc:subject>
  <dc:creator>PlacementHub</dc:creator>
  <cp:lastModifiedBy>PlacementHub</cp:lastModifiedBy>
  <cp:revision>1</cp:revision>
  <dcterms:created xsi:type="dcterms:W3CDTF">2026-07-17T12:58:05Z</dcterms:created>
  <dcterms:modified xsi:type="dcterms:W3CDTF">2026-07-17T12:58:05Z</dcterms:modified>
</cp:coreProperties>
</file>